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3C5FD"/>
                </a:solidFill>
                <a:latin typeface="Aptos"/>
              </a:defRPr>
            </a:pPr>
            <a:r>
              <a:t>MEMBER D  •  SKILLS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109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If AI Can Code, Why Hire Junior Developers?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5166360" cy="3200400"/>
          </a:xfrm>
          <a:prstGeom prst="roundRect">
            <a:avLst/>
          </a:prstGeom>
          <a:solidFill>
            <a:srgbClr val="23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93C5FD"/>
                </a:solidFill>
                <a:latin typeface="Aptos"/>
              </a:defRPr>
            </a:pPr>
            <a:r>
              <a:t>WHAT AI CAN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175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Generate basic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301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Suggest bug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42816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Automate routine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166360" cy="3200400"/>
          </a:xfrm>
          <a:prstGeom prst="roundRect">
            <a:avLst/>
          </a:prstGeom>
          <a:solidFill>
            <a:srgbClr val="233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2331720"/>
            <a:ext cx="4526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6EFAC"/>
                </a:solidFill>
                <a:latin typeface="Aptos"/>
              </a:defRPr>
            </a:pPr>
            <a:r>
              <a:t>WHY DEVELOPERS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Solve complex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630168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Think critically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42816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2E8F0"/>
                </a:solidFill>
                <a:latin typeface="Aptos"/>
              </a:defRPr>
            </a:pPr>
            <a:r>
              <a:t>•  Verify AI-generated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577840"/>
            <a:ext cx="8366760" cy="777240"/>
          </a:xfrm>
          <a:prstGeom prst="roundRect">
            <a:avLst/>
          </a:prstGeom>
          <a:solidFill>
            <a:srgbClr val="344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03120" y="5733288"/>
            <a:ext cx="8001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THE FUTURE = HUMAN SKILLS + AI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Firdos shaikh</dc:creator>
  <cp:keywords/>
  <dc:description>generated using python-pptx</dc:description>
  <cp:lastModifiedBy>Firdos Shaikh</cp:lastModifiedBy>
  <cp:revision>1</cp:revision>
  <dcterms:created xsi:type="dcterms:W3CDTF">2013-01-27T09:14:16Z</dcterms:created>
  <dcterms:modified xsi:type="dcterms:W3CDTF">2026-10-19T02:32:02Z</dcterms:modified>
  <cp:category/>
</cp:coreProperties>
</file>