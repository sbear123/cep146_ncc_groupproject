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31"/>
    <p:restoredTop sz="94703"/>
  </p:normalViewPr>
  <p:slideViewPr>
    <p:cSldViewPr snapToGrid="0" snapToObjects="1">
      <p:cViewPr>
        <p:scale>
          <a:sx n="128" d="100"/>
          <a:sy n="128" d="100"/>
        </p:scale>
        <p:origin x="1384" y="7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66595-1F43-C047-8A68-9776C52E5A5A}" type="datetimeFigureOut">
              <a:rPr lang="en-CA" smtClean="0"/>
              <a:t>2026-10-20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830B6-28A1-0C4E-AD74-956560E8A4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3222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830B6-28A1-0C4E-AD74-956560E8A469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7048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4598491"/>
            <a:ext cx="7620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3000" y="1497508"/>
            <a:ext cx="443711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1" dirty="0">
                <a:solidFill>
                  <a:srgbClr val="3B82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CEP146 NCC GROUP </a:t>
            </a:r>
            <a:r>
              <a:rPr sz="1500" b="1" i="0" u="none" dirty="0">
                <a:solidFill>
                  <a:srgbClr val="3B82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954708"/>
            <a:ext cx="10101262" cy="1464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480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AI </a:t>
            </a:r>
            <a:r>
              <a:rPr lang="en-US" sz="480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480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sz="480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480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hanging the Software Developer Job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827919"/>
            <a:ext cx="4632743" cy="7796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Jihyun</a:t>
            </a:r>
            <a:r>
              <a:rPr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Park</a:t>
            </a:r>
            <a:r>
              <a:rPr lang="en-US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r>
              <a:rPr lang="en-US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Atrina</a:t>
            </a:r>
            <a:r>
              <a:rPr lang="en-US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Ranjbaran</a:t>
            </a:r>
            <a:r>
              <a:rPr lang="en-US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n-US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Jiaying</a:t>
            </a:r>
            <a:r>
              <a:rPr lang="en-US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Chen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Firdosh</a:t>
            </a:r>
            <a:r>
              <a:rPr lang="en-US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Shaikh | </a:t>
            </a:r>
            <a:r>
              <a:rPr lang="en-US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Miray</a:t>
            </a:r>
            <a:r>
              <a:rPr lang="en-US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Ceylan</a:t>
            </a:r>
            <a:endParaRPr b="0" i="0" u="none" dirty="0">
              <a:solidFill>
                <a:srgbClr val="4755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6094" y="945335"/>
            <a:ext cx="117981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7065" y="2309374"/>
            <a:ext cx="2277868" cy="53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2800" b="0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core shift: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186" y="3085861"/>
            <a:ext cx="10715625" cy="686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000" b="1" i="0" u="none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routine tasks to human judgment.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28898" y="4003156"/>
            <a:ext cx="433420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i="0" u="none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Indeed Hiring Lab — AI at Work Report (2025)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55</Words>
  <Application>Microsoft Macintosh PowerPoint</Application>
  <PresentationFormat>Widescreen</PresentationFormat>
  <Paragraphs>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박지현</cp:lastModifiedBy>
  <cp:revision>4</cp:revision>
  <dcterms:created xsi:type="dcterms:W3CDTF">2013-01-27T09:14:16Z</dcterms:created>
  <dcterms:modified xsi:type="dcterms:W3CDTF">2026-10-20T12:59:29Z</dcterms:modified>
  <cp:category/>
</cp:coreProperties>
</file>