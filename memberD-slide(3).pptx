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3C5FD"/>
                </a:solidFill>
                <a:latin typeface="Aptos"/>
              </a:defRPr>
            </a:pPr>
            <a:r>
              <a:t>MEMBER D  •  SKILLS &amp;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If AI Can Code, Why Hire Junior Developers?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5166360" cy="3200400"/>
          </a:xfrm>
          <a:prstGeom prst="roundRect">
            <a:avLst/>
          </a:prstGeom>
          <a:solidFill>
            <a:srgbClr val="23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3C5FD"/>
                </a:solidFill>
                <a:latin typeface="Aptos"/>
              </a:defRPr>
            </a:pPr>
            <a:r>
              <a:t>WHAT AI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1752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Generate basic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301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Suggest bug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42816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Automate routine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166360" cy="3200400"/>
          </a:xfrm>
          <a:prstGeom prst="roundRect">
            <a:avLst/>
          </a:prstGeom>
          <a:solidFill>
            <a:srgbClr val="23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233172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6EFAC"/>
                </a:solidFill>
                <a:latin typeface="Aptos"/>
              </a:defRPr>
            </a:pPr>
            <a:r>
              <a:t>WHY DEVELOPERS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Solve complex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301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Think critically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42816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Verify AI-generated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5577840"/>
            <a:ext cx="8366760" cy="777240"/>
          </a:xfrm>
          <a:prstGeom prst="roundRect">
            <a:avLst/>
          </a:prstGeom>
          <a:solidFill>
            <a:srgbClr val="344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5733288"/>
            <a:ext cx="8001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THE FUTURE = HUMAN SKILLS + AI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